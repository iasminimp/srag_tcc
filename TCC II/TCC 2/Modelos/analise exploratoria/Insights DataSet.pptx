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8" r:id="rId5"/>
    <p:sldId id="27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D5EE0-0F1B-4726-BEED-B27352763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5A5274-EA1A-491B-955A-76C220536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6F4B87-C4A4-490F-9925-A2E19173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A524B7-ECC8-4A14-90F9-E8563021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F9D3F5-1B1D-45DF-8307-7AB86D12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978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CB522-A62B-4498-90DA-02199D14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6FECF3-A850-4EC9-88A2-30334DF52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8F521D-64EF-42EB-B7C1-C033935FD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780F89-CED9-458B-ADCA-6C57A6F6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EF94F-8273-41D5-A771-4D5F228E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65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C0B7E-CEEC-4AF0-9206-CA4635A3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9C90CF-5DC1-4871-82DD-A4ABD931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04C8B7-1275-497D-B8E9-30E862A50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5C69C8-7CE0-4DB2-9B85-C4068EBD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73C75A-DA5B-4554-9A58-8D97B5E6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01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41928-678D-41AE-AFAD-F9D83DDE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1C4C34-4B27-4465-9A5D-C3B7D8DB1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CE1849-5E45-43A4-A4A3-FB5209B47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3A6DBF-13FC-4D4C-B5EE-234EC804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E57DD7-F51B-45C3-B50D-85E42DA8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EF88A5-F4BD-454C-B973-ED4AD436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96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8DC7F-E66B-43A8-8DBE-59122CDD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F41969-CD32-4832-8D1E-59980EF25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14CFAD-9C73-460C-BB01-C440DA114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3EA0E8-B814-411D-8B06-AF9C98807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2DC5BF-B574-4A6B-B35C-C6AB1748F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C95E58-FD8A-4EF9-9C34-3CBAEBF5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0718E1D-F210-4BC0-94A4-588FC9E8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503697-28BB-4041-A057-E1920B68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357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A82AA-BCBB-4AE0-AD23-D8B32418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1D513D-8312-4066-B369-D78241B0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CC66A1-D8EA-4931-A982-5F7883A2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2D8617-2773-4E1D-BDE1-3185F746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41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4B1CDF5-E449-44E9-8CAF-345E5488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F9F95A-754C-42D0-870E-C8C2DFCA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101472-FE2F-4C8F-AF6A-FF0A7639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5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F8725-2AC8-444C-822C-025F709F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0A85A-593A-4632-A021-273BCCECD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461E26-0951-4B8E-BE22-E4B50A13F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A313AA-3171-46ED-94B1-5EBC9CCA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2C6A88-9EC0-457C-95C0-A4C7DF79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00050B-09B3-4871-8D41-AB5E8932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30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B6A88-25F1-4049-87CD-16D4B6A0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8623BB-F072-4284-884B-B17117493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7C8533-48B0-4E99-B0CA-3D408D4A2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F8984D-276D-4FAB-8041-4A555584E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1EBDDD-A72B-418B-B755-A07601005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438DC0-CFDA-435A-8BF1-9B6A7E50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80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A8CB8-E961-4543-9304-D04E1FFB0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BB8A1C-42BD-454A-9FE0-D9AE435F3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49EDAE-FEA0-407C-8697-E948FE9A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87298A-031E-40E7-9704-8AFFE357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753A10-70D1-4AEA-A43F-E509005C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98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4015FD-6BAF-4C59-B36A-833E4BC77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E174B6-9717-4A15-9AC3-983B0C6AB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4C4EBA-C86A-4F01-B0C7-EA7744E6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FC5415-2CA2-4D92-A468-202A49CF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4590FF-82B3-49D4-89C5-BF4B6CDA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11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0AC52D3-2A7F-4904-AAF9-89A93256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F6B7F2-06E7-4FD5-B56A-D1072A9B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FCD50C-F85D-4844-B94D-73F02682B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D3047-343B-498D-A89F-4C431F2B031A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D23E6-D263-4B3B-8691-841E6477E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1F91DE-454E-4DEC-9122-35B2D7DD1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D56A4-7D70-4443-831B-6CCDB7330F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41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hsWZO2JpeSNAhROAbT0ac_wlzOzSyAN?usp=shar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312FD-FF0F-47D8-B890-8D7B5D4C6C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Insights </a:t>
            </a:r>
            <a:r>
              <a:rPr lang="pt-BR" dirty="0" err="1"/>
              <a:t>DataSet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C2675C-981C-4AAD-B728-802DB1902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err="1"/>
              <a:t>By</a:t>
            </a:r>
            <a:r>
              <a:rPr lang="pt-BR" dirty="0"/>
              <a:t> Iasmin Marques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Link </a:t>
            </a:r>
            <a:r>
              <a:rPr lang="pt-BR" dirty="0" err="1"/>
              <a:t>Collab</a:t>
            </a:r>
            <a:r>
              <a:rPr lang="pt-BR" dirty="0"/>
              <a:t>: </a:t>
            </a:r>
            <a:r>
              <a:rPr lang="pt-BR" dirty="0">
                <a:hlinkClick r:id="rId2"/>
              </a:rPr>
              <a:t>https://colab.research.google.com/drive/1QhsWZO2JpeSNAhROAbT0ac_wlzOzSyAN?usp=sharing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208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6FFA0D-409F-4941-AD74-7DF464D61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815996"/>
            <a:ext cx="8086725" cy="522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70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45BFEEF-428D-4040-AC5D-B92559894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980733"/>
            <a:ext cx="9640645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E53560-B3D3-4DC5-BF3A-98FD031EA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66" y="776230"/>
            <a:ext cx="10041467" cy="507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3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2761B62-9A17-4793-ACED-F26073770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8" y="428206"/>
            <a:ext cx="10240804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3B31ED0-1A2C-4F09-9953-06DE76CEE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1018838"/>
            <a:ext cx="11231542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B249371-34FF-4CB7-BE26-DB220C81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980733"/>
            <a:ext cx="8097380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7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409D4B-B489-416C-82F8-DE1161B0A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999786"/>
            <a:ext cx="8125959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0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F356A4-77DF-45EC-9B66-2694F3B1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1018838"/>
            <a:ext cx="8154538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98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A57A13D-2F1C-46C3-8E15-5FE04F48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1004549"/>
            <a:ext cx="6401693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21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5FAE425-03DB-4490-A123-67AD171EC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999786"/>
            <a:ext cx="9478698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0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72169A-AE48-455E-91DD-28F9C10D6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494" y="947391"/>
            <a:ext cx="8145012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52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A4C38BE-E738-4D0A-9E3C-C5FC63727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485364"/>
            <a:ext cx="10659963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59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06C42C-749E-4BB5-B3EE-C7159385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1004549"/>
            <a:ext cx="7916380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02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06A58C-9ABD-42F8-90F5-241C34A2F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00" y="990259"/>
            <a:ext cx="6439799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56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AF5D852-1DCB-48DD-A426-CA3895EC6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24" y="633022"/>
            <a:ext cx="9678751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40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9118B9F-345E-4108-9D8D-B4F9EC3E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637785"/>
            <a:ext cx="8030696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17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3FF7C46-0115-42DE-98C8-565E9586A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20" y="1028365"/>
            <a:ext cx="8668960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38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31EBA6-2954-481D-8FD4-E4ED4ADF3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1018838"/>
            <a:ext cx="8030696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89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C7F64F6-42F7-4D92-A861-B2547809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62" y="633022"/>
            <a:ext cx="8059275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97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6CA9013-0660-44AD-B479-E69E2E324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24" y="609206"/>
            <a:ext cx="9678751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80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05DBC8-7A36-47A5-A1D5-90FFCC25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1056944"/>
            <a:ext cx="8602275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03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2522A4-9717-4756-902D-E509600DD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73" y="995023"/>
            <a:ext cx="8087854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0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192DAC-42A3-4256-8A89-2814E805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291" y="1404013"/>
            <a:ext cx="6575418" cy="497553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627D1F2-F6E8-4800-9831-41577EEBCD28}"/>
              </a:ext>
            </a:extLst>
          </p:cNvPr>
          <p:cNvSpPr txBox="1"/>
          <p:nvPr/>
        </p:nvSpPr>
        <p:spPr>
          <a:xfrm>
            <a:off x="3175000" y="770467"/>
            <a:ext cx="289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Matriz de Co relacionamento</a:t>
            </a:r>
          </a:p>
        </p:txBody>
      </p:sp>
    </p:spTree>
    <p:extLst>
      <p:ext uri="{BB962C8B-B14F-4D97-AF65-F5344CB8AC3E}">
        <p14:creationId xmlns:p14="http://schemas.microsoft.com/office/powerpoint/2010/main" val="10563229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</Words>
  <Application>Microsoft Office PowerPoint</Application>
  <PresentationFormat>Widescreen</PresentationFormat>
  <Paragraphs>6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Insights DataSet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 DataSet</dc:title>
  <dc:creator>Iasmin Marques</dc:creator>
  <cp:lastModifiedBy>Iasmin Marques</cp:lastModifiedBy>
  <cp:revision>4</cp:revision>
  <dcterms:created xsi:type="dcterms:W3CDTF">2025-05-17T20:43:21Z</dcterms:created>
  <dcterms:modified xsi:type="dcterms:W3CDTF">2025-05-17T20:55:13Z</dcterms:modified>
</cp:coreProperties>
</file>